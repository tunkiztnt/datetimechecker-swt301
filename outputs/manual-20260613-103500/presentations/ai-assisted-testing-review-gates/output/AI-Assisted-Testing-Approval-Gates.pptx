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dea8f619474b60" /><Relationship Type="http://schemas.openxmlformats.org/officeDocument/2006/relationships/extended-properties" Target="/docProps/app.xml" Id="Re74705f9849c40f0" /><Relationship Type="http://schemas.openxmlformats.org/officeDocument/2006/relationships/officeDocument" Target="/ppt/presentation.xml" Id="R71154831b47440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373d199d234541"/>
  </p:sldMasterIdLst>
  <p:notesMasterIdLst>
    <p:notesMasterId xmlns:r="http://schemas.openxmlformats.org/officeDocument/2006/relationships" r:id="Raf173436d0be4702"/>
  </p:notesMasterIdLst>
  <p:sldIdLst>
    <p:sldId xmlns:r="http://schemas.openxmlformats.org/officeDocument/2006/relationships" id="256" r:id="R2cdf77dad04c49fd"/>
    <p:sldId xmlns:r="http://schemas.openxmlformats.org/officeDocument/2006/relationships" id="257" r:id="R7535f096eea84923"/>
    <p:sldId xmlns:r="http://schemas.openxmlformats.org/officeDocument/2006/relationships" id="258" r:id="Rf5587d951bee4f29"/>
    <p:sldId xmlns:r="http://schemas.openxmlformats.org/officeDocument/2006/relationships" id="259" r:id="R6ede2e69d2684f6d"/>
    <p:sldId xmlns:r="http://schemas.openxmlformats.org/officeDocument/2006/relationships" id="260" r:id="R16756c7354e842f6"/>
    <p:sldId xmlns:r="http://schemas.openxmlformats.org/officeDocument/2006/relationships" id="261" r:id="R7b2085e020804292"/>
    <p:sldId xmlns:r="http://schemas.openxmlformats.org/officeDocument/2006/relationships" id="262" r:id="R3bde3a5a34204aa6"/>
    <p:sldId xmlns:r="http://schemas.openxmlformats.org/officeDocument/2006/relationships" id="263" r:id="R4a8a5fae2d5b4a7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996791ab334bf0" /><Relationship Type="http://schemas.openxmlformats.org/officeDocument/2006/relationships/slideMaster" Target="/ppt/slideMasters/slideMaster1.xml" Id="Rd4373d199d234541" /><Relationship Type="http://schemas.openxmlformats.org/officeDocument/2006/relationships/notesMaster" Target="/ppt/notesMasters/notesMaster1.xml" Id="Raf173436d0be4702" /><Relationship Type="http://schemas.openxmlformats.org/officeDocument/2006/relationships/presProps" Target="/ppt/presProps.xml" Id="R6f47c318609a4525" /><Relationship Type="http://schemas.openxmlformats.org/officeDocument/2006/relationships/viewProps" Target="/ppt/viewProps.xml" Id="R170709cdd0ab42c1" /><Relationship Type="http://schemas.openxmlformats.org/officeDocument/2006/relationships/tableStyles" Target="/ppt/tableStyles.xml" Id="R2f062ba363ae4b3b" /><Relationship Type="http://schemas.openxmlformats.org/officeDocument/2006/relationships/slide" Target="/ppt/slides/slide1.xml" Id="R2cdf77dad04c49fd" /><Relationship Type="http://schemas.openxmlformats.org/officeDocument/2006/relationships/slide" Target="/ppt/slides/slide2.xml" Id="R7535f096eea84923" /><Relationship Type="http://schemas.openxmlformats.org/officeDocument/2006/relationships/slide" Target="/ppt/slides/slide3.xml" Id="Rf5587d951bee4f29" /><Relationship Type="http://schemas.openxmlformats.org/officeDocument/2006/relationships/slide" Target="/ppt/slides/slide4.xml" Id="R6ede2e69d2684f6d" /><Relationship Type="http://schemas.openxmlformats.org/officeDocument/2006/relationships/slide" Target="/ppt/slides/slide5.xml" Id="R16756c7354e842f6" /><Relationship Type="http://schemas.openxmlformats.org/officeDocument/2006/relationships/slide" Target="/ppt/slides/slide6.xml" Id="R7b2085e020804292" /><Relationship Type="http://schemas.openxmlformats.org/officeDocument/2006/relationships/slide" Target="/ppt/slides/slide7.xml" Id="R3bde3a5a34204aa6" /><Relationship Type="http://schemas.openxmlformats.org/officeDocument/2006/relationships/slide" Target="/ppt/slides/slide8.xml" Id="R4a8a5fae2d5b4a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3fc8a0f2b14d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6891d300924a14" /><Relationship Type="http://schemas.openxmlformats.org/officeDocument/2006/relationships/notesMaster" Target="/ppt/notesMasters/notesMaster1.xml" Id="R191cb9e33f954c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8557ade1ca4cc2" /><Relationship Type="http://schemas.openxmlformats.org/officeDocument/2006/relationships/notesMaster" Target="/ppt/notesMasters/notesMaster1.xml" Id="Rfdd3d61bfaa24e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8ad7509fc04d43" /><Relationship Type="http://schemas.openxmlformats.org/officeDocument/2006/relationships/notesMaster" Target="/ppt/notesMasters/notesMaster1.xml" Id="R22090ae6c15448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168b039e1a4ab9" /><Relationship Type="http://schemas.openxmlformats.org/officeDocument/2006/relationships/notesMaster" Target="/ppt/notesMasters/notesMaster1.xml" Id="R82d8e667a07a4e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35a1dd34f0461d" /><Relationship Type="http://schemas.openxmlformats.org/officeDocument/2006/relationships/notesMaster" Target="/ppt/notesMasters/notesMaster1.xml" Id="R30ca2077aff847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85621a10744577" /><Relationship Type="http://schemas.openxmlformats.org/officeDocument/2006/relationships/notesMaster" Target="/ppt/notesMasters/notesMaster1.xml" Id="R330f138eabdc48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0be567d9da49bb" /><Relationship Type="http://schemas.openxmlformats.org/officeDocument/2006/relationships/notesMaster" Target="/ppt/notesMasters/notesMaster1.xml" Id="R43499315c4b14b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dfaebd5fbd45bb" /><Relationship Type="http://schemas.openxmlformats.org/officeDocument/2006/relationships/notesMaster" Target="/ppt/notesMasters/notesMaster1.xml" Id="R6f838c84b88240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972a160dd74a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9fd5d2b7604265" /><Relationship Type="http://schemas.openxmlformats.org/officeDocument/2006/relationships/slideLayout" Target="/ppt/slideLayouts/slideLayout1.xml" Id="R0c7951d7c3e445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7951d7c3e445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90cf28c71a4c2e" /><Relationship Type="http://schemas.openxmlformats.org/officeDocument/2006/relationships/notesSlide" Target="/ppt/notesSlides/notesSlide1.xml" Id="Rb4b3cd15fad046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5771cb97b457d" /><Relationship Type="http://schemas.openxmlformats.org/officeDocument/2006/relationships/notesSlide" Target="/ppt/notesSlides/notesSlide2.xml" Id="Reea4198745554c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43605116d4be0" /><Relationship Type="http://schemas.openxmlformats.org/officeDocument/2006/relationships/notesSlide" Target="/ppt/notesSlides/notesSlide3.xml" Id="R7278a8ab4b934d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daa4499c84513" /><Relationship Type="http://schemas.openxmlformats.org/officeDocument/2006/relationships/notesSlide" Target="/ppt/notesSlides/notesSlide4.xml" Id="Rc6cfccd604924d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c6e04bc40497c" /><Relationship Type="http://schemas.openxmlformats.org/officeDocument/2006/relationships/notesSlide" Target="/ppt/notesSlides/notesSlide5.xml" Id="R88bbbb12ef2b44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5f02d36344cd5" /><Relationship Type="http://schemas.openxmlformats.org/officeDocument/2006/relationships/notesSlide" Target="/ppt/notesSlides/notesSlide6.xml" Id="R986d5e6dfbd343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b6bb6419d4431c" /><Relationship Type="http://schemas.openxmlformats.org/officeDocument/2006/relationships/notesSlide" Target="/ppt/notesSlides/notesSlide7.xml" Id="R576526b0bba941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5212cb5b5463c" /><Relationship Type="http://schemas.openxmlformats.org/officeDocument/2006/relationships/notesSlide" Target="/ppt/notesSlides/notesSlide8.xml" Id="R937f38232071482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0AAF61-3C8C-4537-8951-6DCDDFA8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15D00-2A21-42DD-B54B-63DDA970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TOPIC 7 · AI-Assisted 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4400DB-E5E4-41DC-806C-E67F00D6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A567FD5-C006-49FD-AAD1-10C53F54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6C7FE2E-A96F-421A-A1EB-C66988EA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APPROVAL GATES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D49EC-9A25-43B7-9FA3-588C4685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76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0E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F0E6"/>
                </a:solidFill>
                <a:latin typeface="Aptos Display"/>
                <a:ea typeface="Aptos Display"/>
                <a:cs typeface="Aptos Display"/>
              </a:rPr>
              <a:t>AI-assisted testing feels trustworthy only when every AI action has a human checkpoint.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72DC5E-5A36-45F3-80C7-634DAA86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Deck này được làm lại theo đúng flow bạn muốn: AI làm phần nặng, con người giữ quyền duyệt và xác nhận ở từng bước.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0C90CE-201A-429C-A078-899F6F7E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23622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121A30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AB5B7B-81D9-4C27-8D56-C309CC0F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FF49DE-BEFC-4858-97BE-1B38ACA3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AI creates test cases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88F37E-8CBD-4D2A-AF03-E1A66878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162300"/>
            <a:ext cx="23622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18233D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E559A7-3249-4362-A0E0-74085239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39090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7B5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67B5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2F5958-BBE5-4C05-A540-A48D114B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848100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Human approves the cases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453634-1652-4D3A-B597-329187DE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62300"/>
            <a:ext cx="23622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121A30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3E74DC-EA20-41FB-810D-F59525D0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7D1A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57D1A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F01929-4FDA-43E5-A1C2-83393CD5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48100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AI executes approved cases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73807D-79CD-4F8C-A461-076CBC4D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62300"/>
            <a:ext cx="23622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18233D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BF1352-54B2-4EB2-9BAB-E7D783FE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9090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789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789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CD493C-B692-4DD8-90F4-7B9063F8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848100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Human verifies and audits 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85EBAB-4A50-4661-9167-565D2ADD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Thông điệp mở đầu: AI không được phép “tự quyết định chất lượng”; AI được phép tăng tốc, còn người chịu trách nhiệm.</a:t>
            </a:r>
          </a:p>
        </p:txBody>
      </p:sp>
    </p:spTree>
    <p:extLst>
      <p:ext uri="{BB962C8B-B14F-4D97-AF65-F5344CB8AC3E}">
        <p14:creationId xmlns:p14="http://schemas.microsoft.com/office/powerpoint/2010/main" val="48945465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A08A28-0990-42CB-AB30-F76D3628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954A4-F24A-4BC4-9594-1CC49F1C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TOPIC 7 · AI-Assisted 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AA9D9-474A-4F2F-A171-5D7EEBFB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81315CB-61CB-4173-A8B7-7BD7D81D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EE263FA-3811-4533-BC17-A71560E7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ROLE SPLIT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9BB0B-8A95-405D-A33C-9CDF08A6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191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0E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F0E6"/>
                </a:solidFill>
                <a:latin typeface="Aptos Display"/>
                <a:ea typeface="Aptos Display"/>
                <a:cs typeface="Aptos Display"/>
              </a:rPr>
              <a:t>The cleanest story is simple: AI works, humans approve.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DDCBF8-37FF-45A9-9D74-26FE2A3E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495300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18233D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C7E115-F8C0-42B3-90B5-8F39B353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7D1A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7D1A8"/>
                </a:solidFill>
                <a:latin typeface="Aptos"/>
                <a:ea typeface="Aptos"/>
                <a:cs typeface="Aptos"/>
              </a:rPr>
              <a:t>AI handles the heavy lifting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1C01B-54A0-49E3-BF90-B1CD522C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3714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Sinh test case từ yêu cầu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Mở rộng boundary / negative case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Chạy các test case đã được duyệt qua automation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Tổng hợp kết quả và tạo nháp báo cáo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3F49B-2EAC-43E7-9EB1-A8ECE756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542925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121A30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918CA7-34F3-4C9E-8433-C925664C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Human owns the quality gates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C47884-E3BB-443F-880C-C4B090FC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4000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Xem test case đã hợp lý chưa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Cho phép hay từ chối thực thi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Quan sát test pass / fail có đúng không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Kiểm tra report AI tạo ra có phản ánh đúng kết quả không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0E0848-E440-493F-BAF3-615EC0E8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838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Nói ngắn gọn khi thuyết trình: AI làm nhiều hơn, nhưng con người vẫn giữ vai trò “gatekeeper”.</a:t>
            </a:r>
          </a:p>
        </p:txBody>
      </p:sp>
    </p:spTree>
    <p:extLst>
      <p:ext uri="{BB962C8B-B14F-4D97-AF65-F5344CB8AC3E}">
        <p14:creationId xmlns:p14="http://schemas.microsoft.com/office/powerpoint/2010/main" val="189218286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C4573B-FD61-4495-B8C3-3AA4947E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A6F54-C777-44AB-95F3-6127813A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TOPIC 7 · AI-Assisted 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E5B6E-5274-4D2C-A72D-AF909A0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608FC31-7F8F-4E5E-A68A-80974EFD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D1B9934-D674-462C-BA53-56EA9E31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GATE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EA9CE-D2F4-4FB9-AF08-59093AE0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76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0E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F0E6"/>
                </a:solidFill>
                <a:latin typeface="Aptos Display"/>
                <a:ea typeface="Aptos Display"/>
                <a:cs typeface="Aptos Display"/>
              </a:rPr>
              <a:t>AI can generate broad testcase coverage, but humans must approve whether the cases are meaningful.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AE708-2B55-46DB-9BC6-1F8C05F4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514350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121A30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668D5F-66DB-4CEE-AF85-BC7F90A7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7D1A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7D1A8"/>
                </a:solidFill>
                <a:latin typeface="Aptos"/>
                <a:ea typeface="Aptos"/>
                <a:cs typeface="Aptos"/>
              </a:rPr>
              <a:t>AI step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27AC2-329B-4559-A546-DC30B452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409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AI nhận yêu cầu như: “Hãy tạo test case cho DateTimeChecker với leap year, month boundary, invalid format và clear button.”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FEDF01-3956-47E4-944D-AF927CB2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48100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Sau đó AI sinh danh sách test case, input, expected result và giải thích lý do test.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29E75-DD52-4E8D-BEF3-60027617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62500"/>
            <a:ext cx="381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Kết quả mong muốn từ AI: nhanh, rộng, không bỏ sót case hiếm.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8AFA24-4DFD-4AA0-8F0E-8EE6C43D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514350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18233D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7B12C3-2EEA-4FD4-8966-B501F720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43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Human checkpoint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07D2CA-6151-4C60-BB6B-5DDA12BD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81300"/>
            <a:ext cx="390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Con người đọc lại: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Case có đúng nghiệp vụ không?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Expected result có hợp lý không?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Có case nào trùng, thừa, hoặc thiếu không?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Có cho phép chuyển sang bước chạy test hay chưa?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30066C-F0DE-4B5C-9820-C234822D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0060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Chỉ khi test case hợp lý thì mới “approve” cho AI thực thi.</a:t>
            </a:r>
          </a:p>
        </p:txBody>
      </p:sp>
    </p:spTree>
    <p:extLst>
      <p:ext uri="{BB962C8B-B14F-4D97-AF65-F5344CB8AC3E}">
        <p14:creationId xmlns:p14="http://schemas.microsoft.com/office/powerpoint/2010/main" val="40454858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36B7EB-A385-46E7-B47F-EB89D0D6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EAC4B-8771-4A86-A56D-F71BA0DC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TOPIC 7 · AI-Assisted 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EEF38-3C57-44D7-A7A6-AA2D460B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DE8A2FE-5295-45E3-BBF0-931A5EF0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0310064-B2BF-4A31-9BE9-5532895F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GATE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EFA42-5FAF-4E29-A932-E70C5268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858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0E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F0E6"/>
                </a:solidFill>
                <a:latin typeface="Aptos Display"/>
                <a:ea typeface="Aptos Display"/>
                <a:cs typeface="Aptos Display"/>
              </a:rPr>
              <a:t>Approved cases can be executed by AI-driven automation, while humans watch for real pass/fail outcomes.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56652-AA69-4B54-9E9F-188220F6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8233D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A83FD-B443-443E-B54F-BD432E63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7D1A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7D1A8"/>
                </a:solidFill>
                <a:latin typeface="Aptos"/>
                <a:ea typeface="Aptos"/>
                <a:cs typeface="Aptos"/>
              </a:rPr>
              <a:t>AI step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27F3F-0C06-4C1C-B7E5-6008B5F9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0350"/>
            <a:ext cx="400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Sau khi được duyệt, AI có thể điều phối việc thực thi test case qua automation flow: chạy script, điền input, kiểm tra kết quả, thu log.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5CB614-4649-47E3-AE99-AC7BF2C5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Cách nói an toàn trên lớp: AI thực hiện test thông qua công cụ automation đã được chuẩn bị.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85ADA8-A26C-4CC0-BE5E-78BAA1A8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145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21A30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89100-9E58-477E-AB55-5ACB5816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62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Human checkpoint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36478E-3CA1-48A3-BB49-5AD78027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00350"/>
            <a:ext cx="390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Con người quan sát: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Test có chạy đúng case đã duyệt không?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Kết quả pass / fail có hợp logic không?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Có lỗi giả, lỗi môi trường hay sai expected result không?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Có cần dừng lại để sửa trước khi chạy tiếp không?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D16BD3-94B4-40FB-8D25-E6FAD6BA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76250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Ở bước này, người không code vẫn có thể đóng vai trò giám sát chất lượng.</a:t>
            </a:r>
          </a:p>
        </p:txBody>
      </p:sp>
    </p:spTree>
    <p:extLst>
      <p:ext uri="{BB962C8B-B14F-4D97-AF65-F5344CB8AC3E}">
        <p14:creationId xmlns:p14="http://schemas.microsoft.com/office/powerpoint/2010/main" val="79709582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5DB568-6B05-4166-9FF8-44029BCA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E192E-BF54-4002-9293-5990BC8B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TOPIC 7 · AI-Assisted 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A1D6F-69BF-4CCD-80A1-B394A3A3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69C24F6-A0BE-40A6-B6C1-2F48E667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516A3CD-82BE-4392-BE39-FCB2573E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GATE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416A8-4545-448B-BC2D-3479F51C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0E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F0E6"/>
                </a:solidFill>
                <a:latin typeface="Aptos Display"/>
                <a:ea typeface="Aptos Display"/>
                <a:cs typeface="Aptos Display"/>
              </a:rPr>
              <a:t>AI can draft the test report quickly, but humans still validate whether the report is correct.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3DA7A-E260-4335-B60C-61BC7C70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7625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21A30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99E98C-22A2-41F8-A73B-A2D1BCF8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7D1A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7D1A8"/>
                </a:solidFill>
                <a:latin typeface="Aptos"/>
                <a:ea typeface="Aptos"/>
                <a:cs typeface="Aptos"/>
              </a:rPr>
              <a:t>AI step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DFB09D-761B-4AC6-953F-CF195AB3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0350"/>
            <a:ext cx="3524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Sau khi chạy test, AI hỗ trợ gom kết quả thành một form báo cáo: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case nào pass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case nào fail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lỗi nào cần chú ý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ghi chú ngắn cho người đọc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281DB0-7F5C-422E-9B8E-5ECCE2C3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006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Điểm mạnh của AI ở đây là tổng hợp rất nhanh và trình bày có cấu trúc.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3F984-FAAB-4439-8B4A-3F889244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56197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8233D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406304-B239-4C3D-BE5E-0C5E6B1C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43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Human checkpoint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AB4A5-E618-4AC9-8793-59FED5F6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00350"/>
            <a:ext cx="41719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Con người kiểm tra lại report: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số lượng pass / fail có đúng không?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phần mô tả lỗi có khớp kết quả thật không?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AI có kết luận quá đà hay thiếu ngữ cảnh không?</a:t>
            </a:r>
          </a:p>
          <a:p xmlns:a="http://schemas.openxmlformats.org/drawingml/2006/main">
            <a:pPr algn="l">
              <a:defRPr sz="15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báo cáo này đã đủ để chia sẻ cho nhóm / giảng viên chưa?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BE891B-A31F-4A70-9BEA-E4D39F5C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196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Nghĩa là AI viết bản nháp, còn con người ký duyệt “ý nghĩa” của báo cáo.</a:t>
            </a:r>
          </a:p>
        </p:txBody>
      </p:sp>
    </p:spTree>
    <p:extLst>
      <p:ext uri="{BB962C8B-B14F-4D97-AF65-F5344CB8AC3E}">
        <p14:creationId xmlns:p14="http://schemas.microsoft.com/office/powerpoint/2010/main" val="88959795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EBAEF5-C02F-4537-B222-A5FBF924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A8CD98-8267-4E24-85B5-4476FB24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TOPIC 7 · AI-Assisted 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4B2A8-EC39-490B-B936-F8634AC0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C8C5850-D503-41B4-8B22-AFCC00C5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0981174-DC8D-46C5-9F64-FE319F2F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FULL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488ED-F792-4B54-9FF0-E3FB0332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0E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F0E6"/>
                </a:solidFill>
                <a:latin typeface="Aptos Display"/>
                <a:ea typeface="Aptos Display"/>
                <a:cs typeface="Aptos Display"/>
              </a:rPr>
              <a:t>The complete loop is Generate → Approve → Execute → Verify → Report → Audit.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D4223C-3704-42CC-A6D5-E3453AC6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165735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121A30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158C06-8930-472D-ADF6-19C2C3D3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7D1A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7D1A8"/>
                </a:solidFill>
                <a:latin typeface="Aptos"/>
                <a:ea typeface="Aptos"/>
                <a:cs typeface="Aptos"/>
              </a:rPr>
              <a:t>Generate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0B76D0-1D85-4050-8AE9-19AF5BFB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257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AI tạo test case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5A02EC-AF41-4D03-A544-F1C27A8F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528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AEB9D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68F4AD-1E0A-43F2-900A-94D2C3E1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24150"/>
            <a:ext cx="165735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18233D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65CCC5-E58E-4401-9D80-E47D0409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527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Approve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EBF73D-E74C-41F5-9726-11C05582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71850"/>
            <a:ext cx="1257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Người duyệt test case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082E48-6284-4646-A7EF-BBA70C11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3528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AEB9D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9D3F20-02F3-466E-8E99-35A611E4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165735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121A30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BC1E02-EE8D-4348-AAE9-04B5CAC3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527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7B5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7B5FF"/>
                </a:solidFill>
                <a:latin typeface="Aptos"/>
                <a:ea typeface="Aptos"/>
                <a:cs typeface="Aptos"/>
              </a:rPr>
              <a:t>Execute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BCB410-C79F-42D4-BE70-4262D047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71850"/>
            <a:ext cx="1257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AI chạy test đã duyệt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D4F67F-7079-4C2A-8D6B-48E8D10F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528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AEB9D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C2986D-6EB4-4CDF-ADBB-AE1557AB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24150"/>
            <a:ext cx="165735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18233D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E78494-FDB0-4D0C-9D63-BCE93C38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527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789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7896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916AC7-BCC8-47D7-A733-5FB2B7DE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1257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Người xem pass / fail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9847EC-6CB4-4909-960A-9B0BD548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528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AEB9D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3C9ACE-3D04-4262-832C-8DD3D3C2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24150"/>
            <a:ext cx="165735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121A30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B94A2D-0AB8-4889-BD80-B4689E83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527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7D1A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7D1A8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89C543-C1E7-4434-83D4-804B5DDF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71850"/>
            <a:ext cx="1257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AI tạo nháp báo cáo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BF9BF5-31A2-44DD-BCF4-BD4732BF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528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AEB9D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93A59D-CE5B-4493-8539-30CDA488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24150"/>
            <a:ext cx="165735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18233D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758BEF-1DB0-4215-9A11-74F7395D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9527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757DC6-8BB2-41EE-A289-0AD8518F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371850"/>
            <a:ext cx="1257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Người kiểm tra report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39EB0B-32C8-44F7-9482-93C1A2E2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876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Đây là slide “xương sống”: nếu cần nói ngắn, chỉ cần đi theo 6 ô này là đủ để giải thích cả topic.</a:t>
            </a:r>
          </a:p>
        </p:txBody>
      </p:sp>
    </p:spTree>
    <p:extLst>
      <p:ext uri="{BB962C8B-B14F-4D97-AF65-F5344CB8AC3E}">
        <p14:creationId xmlns:p14="http://schemas.microsoft.com/office/powerpoint/2010/main" val="45235635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24ACEE-7769-4FE3-BA49-EC8B11B4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842E2-50D8-411F-8578-A72960BF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TOPIC 7 · AI-Assisted 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18884A-A443-4196-B171-B7ABD0E6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7F12C2C-AE5A-4CA1-BB5F-C2BF1EAC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387A2C3-7A77-44B0-8C36-D372FD53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DEMO SCRIPT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79A3C-9C56-4197-AAA3-86845BFB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0E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F0E6"/>
                </a:solidFill>
                <a:latin typeface="Aptos Display"/>
                <a:ea typeface="Aptos Display"/>
                <a:cs typeface="Aptos Display"/>
              </a:rPr>
              <a:t>The demo becomes clear when the presenter narrates each approval gate explicitly.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40B23-D788-48F5-955F-0B29E50C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4953000" cy="377190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121A30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A45B5E-D4E0-4D01-A21D-B981FFB7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Bạn nói gì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040F19-F03B-4B29-8C86-4E224466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39052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1. “Đầu tiên em cho AI sinh test case.”</a:t>
            </a:r>
          </a:p>
          <a:p xmlns:a="http://schemas.openxmlformats.org/drawingml/2006/main">
            <a:pPr algn="l">
              <a:defRPr sz="1425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2. “Sau đó em review xem test case đã hợp lý chưa.”</a:t>
            </a:r>
          </a:p>
          <a:p xmlns:a="http://schemas.openxmlformats.org/drawingml/2006/main">
            <a:pPr algn="l">
              <a:defRPr sz="1425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3. “Nếu ổn, em cho phép AI thực hiện các test case.”</a:t>
            </a:r>
          </a:p>
          <a:p xmlns:a="http://schemas.openxmlformats.org/drawingml/2006/main">
            <a:pPr algn="l">
              <a:defRPr sz="1425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4. “Trong lúc chạy, em quan sát pass / fail có đúng không.”</a:t>
            </a:r>
          </a:p>
          <a:p xmlns:a="http://schemas.openxmlformats.org/drawingml/2006/main">
            <a:pPr algn="l">
              <a:defRPr sz="1425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5. “Sau cùng AI hỗ trợ xuất báo cáo, và em kiểm tra lại report đó.”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A9D430-DFFB-4C22-9C4D-A2B4A410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57800"/>
            <a:ext cx="3810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Mẹo: luôn dùng từ “approve”, “verify”, “audit” để nhấn vai trò con người.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DFCC33-2A20-4BF2-BA19-8873D53F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5429250" cy="377190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18233D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29B97A-1297-4B1C-B165-53286FDC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Prompt / command gợi 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710A3B-19F6-4B89-9D4B-3A07D585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24150"/>
            <a:ext cx="4095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.\Topic 7 - AI-Assisted Testing\ai-assistant-chat.bat</a:t>
            </a:r>
          </a:p>
          <a:p xmlns:a="http://schemas.openxmlformats.org/drawingml/2006/main">
            <a:pPr algn="l">
              <a:defRPr sz="135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hoặc</a:t>
            </a:r>
          </a:p>
          <a:p xmlns:a="http://schemas.openxmlformats.org/drawingml/2006/main">
            <a:pPr algn="l">
              <a:defRPr sz="135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.\Topic 7 - AI-Assisted Testing\ai-assistant-chat-offline-sample.bat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0E43D3-B8F0-4B5E-8E0C-66E8C045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8145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Prompt mẫu:</a:t>
            </a:r>
          </a:p>
          <a:p xmlns:a="http://schemas.openxmlformats.org/drawingml/2006/main">
            <a:pPr algn="l">
              <a:defRPr sz="135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“Hãy tạo test case cho DateTimeChecker và trình bày expected result rõ ràng.”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9E7704-A290-4201-A491-C85294BD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53000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Nếu muốn nối sang self-heal, bạn có thể nói thêm: “khi test hỏng, AI còn giúp gợi ý cách sửa và chạy lại.”</a:t>
            </a:r>
          </a:p>
        </p:txBody>
      </p:sp>
    </p:spTree>
    <p:extLst>
      <p:ext uri="{BB962C8B-B14F-4D97-AF65-F5344CB8AC3E}">
        <p14:creationId xmlns:p14="http://schemas.microsoft.com/office/powerpoint/2010/main" val="4662173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19BCF7-E8B6-4FE3-8430-4785F241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295CE-F64A-4D83-A50F-BFE4298C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TOPIC 7 · AI-Assisted 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78A11-895B-4A1A-A7FF-03046DC5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A058C6D-2762-4647-ADC9-2DEEEDFE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C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92CA6F5-D6E1-418D-BE8E-B0E945DD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CLOSING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5E57B-1739-4D78-A6D8-5F890A83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0E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5F0E6"/>
                </a:solidFill>
                <a:latin typeface="Aptos Display"/>
                <a:ea typeface="Aptos Display"/>
                <a:cs typeface="Aptos Display"/>
              </a:rPr>
              <a:t>Accountability stays with people even when AI accelerates the testing pipeline.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00F08-9FBA-4D3F-B4A7-A8E6AF01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70104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8233D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F199A-1CF8-420E-8F37-4C36733C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384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Kết luận để nói trên lớp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9C8A7-872B-4842-8D97-2FA3BBFD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5334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AI hỗ trợ tạo test case nhanh hơn</a:t>
            </a:r>
          </a:p>
          <a:p xmlns:a="http://schemas.openxmlformats.org/drawingml/2006/main">
            <a:pPr algn="l">
              <a:defRPr sz="1575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AI hỗ trợ thực thi các case đã được duyệt</a:t>
            </a:r>
          </a:p>
          <a:p xmlns:a="http://schemas.openxmlformats.org/drawingml/2006/main">
            <a:pPr algn="l">
              <a:defRPr sz="1575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AI hỗ trợ tổng hợp báo cáo kết quả</a:t>
            </a:r>
          </a:p>
          <a:p xmlns:a="http://schemas.openxmlformats.org/drawingml/2006/main">
            <a:pPr algn="l">
              <a:defRPr sz="1575" b="0">
                <a:solidFill>
                  <a:srgbClr val="AEB9D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EB9D0"/>
                </a:solidFill>
                <a:latin typeface="Aptos"/>
                <a:ea typeface="Aptos"/>
                <a:cs typeface="Aptos"/>
              </a:rPr>
              <a:t>• Nhưng con người vẫn là người duyệt, quan sát, xác nhận và chịu trách nhiệm cuối cùng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FB756-87AE-402E-B7D7-019F481E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3429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21A30"/>
          </a:solidFill>
          <a:ln xmlns:a="http://schemas.openxmlformats.org/drawingml/2006/main" w="11430">
            <a:solidFill>
              <a:srgbClr val="2D395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0DB892-C038-44FC-9D3E-337778B2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384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8C4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8C42"/>
                </a:solidFill>
                <a:latin typeface="Aptos"/>
                <a:ea typeface="Aptos"/>
                <a:cs typeface="Aptos"/>
              </a:rPr>
              <a:t>Câu chốt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C6807-CB8E-4B71-BB71-6D19C5CF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71800"/>
            <a:ext cx="2571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“AI làm nhanh hơn.</a:t>
            </a:r>
          </a:p>
          <a:p xmlns:a="http://schemas.openxmlformats.org/drawingml/2006/main">
            <a:pPr algn="l">
              <a:defRPr sz="180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Con người làm chắc hơn.</a:t>
            </a:r>
          </a:p>
          <a:p xmlns:a="http://schemas.openxmlformats.org/drawingml/2006/main">
            <a:pPr algn="l">
              <a:defRPr sz="1800" b="1">
                <a:solidFill>
                  <a:srgbClr val="F5F0E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0E6"/>
                </a:solidFill>
                <a:latin typeface="Aptos"/>
                <a:ea typeface="Aptos"/>
                <a:cs typeface="Aptos"/>
              </a:rPr>
              <a:t>Kết hợp cả hai mới tạo ra kiểm thử đáng tin cậy.”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85001B-8A0D-4E11-A514-B6D68806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672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7B5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7B5FF"/>
                </a:solidFill>
                <a:latin typeface="Aptos"/>
                <a:ea typeface="Aptos"/>
                <a:cs typeface="Aptos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8850134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2026-06-13T02:52:18.7660000Z</dcterms:created>
  <dcterms:modified xsi:type="dcterms:W3CDTF">2026-06-13T02:52:18.7660000Z</dcterms:modified>
</coreProperties>
</file>