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70305fb9ea46c0" /><Relationship Type="http://schemas.openxmlformats.org/officeDocument/2006/relationships/extended-properties" Target="/docProps/app.xml" Id="R8e32aef081e145f2" /><Relationship Type="http://schemas.openxmlformats.org/officeDocument/2006/relationships/officeDocument" Target="/ppt/presentation.xml" Id="R11ef808a00ed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8d7fbed28e4e59"/>
  </p:sldMasterIdLst>
  <p:notesMasterIdLst>
    <p:notesMasterId xmlns:r="http://schemas.openxmlformats.org/officeDocument/2006/relationships" r:id="R823a0f95331847e3"/>
  </p:notesMasterIdLst>
  <p:sldIdLst>
    <p:sldId xmlns:r="http://schemas.openxmlformats.org/officeDocument/2006/relationships" id="256" r:id="R9ee0b88f4cae43d8"/>
    <p:sldId xmlns:r="http://schemas.openxmlformats.org/officeDocument/2006/relationships" id="257" r:id="Rf841e55c97f84e39"/>
    <p:sldId xmlns:r="http://schemas.openxmlformats.org/officeDocument/2006/relationships" id="258" r:id="R2b615d7606f14169"/>
    <p:sldId xmlns:r="http://schemas.openxmlformats.org/officeDocument/2006/relationships" id="259" r:id="Rc22623c432b14830"/>
    <p:sldId xmlns:r="http://schemas.openxmlformats.org/officeDocument/2006/relationships" id="260" r:id="Rcf12b02e45c844ad"/>
    <p:sldId xmlns:r="http://schemas.openxmlformats.org/officeDocument/2006/relationships" id="261" r:id="R86185976253f4ec7"/>
    <p:sldId xmlns:r="http://schemas.openxmlformats.org/officeDocument/2006/relationships" id="262" r:id="Recad5ac1374840f3"/>
    <p:sldId xmlns:r="http://schemas.openxmlformats.org/officeDocument/2006/relationships" id="263" r:id="Rd42772d69c7e4761"/>
    <p:sldId xmlns:r="http://schemas.openxmlformats.org/officeDocument/2006/relationships" id="264" r:id="R4b0c6639321b4d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7bdc7b255845f3" /><Relationship Type="http://schemas.openxmlformats.org/officeDocument/2006/relationships/slideMaster" Target="/ppt/slideMasters/slideMaster1.xml" Id="Ra28d7fbed28e4e59" /><Relationship Type="http://schemas.openxmlformats.org/officeDocument/2006/relationships/notesMaster" Target="/ppt/notesMasters/notesMaster1.xml" Id="R823a0f95331847e3" /><Relationship Type="http://schemas.openxmlformats.org/officeDocument/2006/relationships/presProps" Target="/ppt/presProps.xml" Id="Rbf97f6a23e274121" /><Relationship Type="http://schemas.openxmlformats.org/officeDocument/2006/relationships/viewProps" Target="/ppt/viewProps.xml" Id="Rfaa868e56d8c44cf" /><Relationship Type="http://schemas.openxmlformats.org/officeDocument/2006/relationships/tableStyles" Target="/ppt/tableStyles.xml" Id="Ree3dd565fb234fee" /><Relationship Type="http://schemas.openxmlformats.org/officeDocument/2006/relationships/slide" Target="/ppt/slides/slide1.xml" Id="R9ee0b88f4cae43d8" /><Relationship Type="http://schemas.openxmlformats.org/officeDocument/2006/relationships/slide" Target="/ppt/slides/slide2.xml" Id="Rf841e55c97f84e39" /><Relationship Type="http://schemas.openxmlformats.org/officeDocument/2006/relationships/slide" Target="/ppt/slides/slide3.xml" Id="R2b615d7606f14169" /><Relationship Type="http://schemas.openxmlformats.org/officeDocument/2006/relationships/slide" Target="/ppt/slides/slide4.xml" Id="Rc22623c432b14830" /><Relationship Type="http://schemas.openxmlformats.org/officeDocument/2006/relationships/slide" Target="/ppt/slides/slide5.xml" Id="Rcf12b02e45c844ad" /><Relationship Type="http://schemas.openxmlformats.org/officeDocument/2006/relationships/slide" Target="/ppt/slides/slide6.xml" Id="R86185976253f4ec7" /><Relationship Type="http://schemas.openxmlformats.org/officeDocument/2006/relationships/slide" Target="/ppt/slides/slide7.xml" Id="Recad5ac1374840f3" /><Relationship Type="http://schemas.openxmlformats.org/officeDocument/2006/relationships/slide" Target="/ppt/slides/slide8.xml" Id="Rd42772d69c7e4761" /><Relationship Type="http://schemas.openxmlformats.org/officeDocument/2006/relationships/slide" Target="/ppt/slides/slide9.xml" Id="R4b0c6639321b4d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23a4b89c11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2851184294d94" /><Relationship Type="http://schemas.openxmlformats.org/officeDocument/2006/relationships/notesMaster" Target="/ppt/notesMasters/notesMaster1.xml" Id="R23377085482040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e60f1eb7774dc4" /><Relationship Type="http://schemas.openxmlformats.org/officeDocument/2006/relationships/notesMaster" Target="/ppt/notesMasters/notesMaster1.xml" Id="Rf4cca123989f42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b0fbc32ecd4ca2" /><Relationship Type="http://schemas.openxmlformats.org/officeDocument/2006/relationships/notesMaster" Target="/ppt/notesMasters/notesMaster1.xml" Id="R36e22157293843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665efa4e944d5" /><Relationship Type="http://schemas.openxmlformats.org/officeDocument/2006/relationships/notesMaster" Target="/ppt/notesMasters/notesMaster1.xml" Id="R6e287741bd9f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d0e718c058455f" /><Relationship Type="http://schemas.openxmlformats.org/officeDocument/2006/relationships/notesMaster" Target="/ppt/notesMasters/notesMaster1.xml" Id="R5f3e92bfe9d346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96e9a74e464412" /><Relationship Type="http://schemas.openxmlformats.org/officeDocument/2006/relationships/notesMaster" Target="/ppt/notesMasters/notesMaster1.xml" Id="R22ad02c2e46c44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2853e55d2f4356" /><Relationship Type="http://schemas.openxmlformats.org/officeDocument/2006/relationships/notesMaster" Target="/ppt/notesMasters/notesMaster1.xml" Id="R6952edc0687a45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90fcf2b9cb4b92" /><Relationship Type="http://schemas.openxmlformats.org/officeDocument/2006/relationships/notesMaster" Target="/ppt/notesMasters/notesMaster1.xml" Id="R7cfecd3705734e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e1e9c0a81b4d92" /><Relationship Type="http://schemas.openxmlformats.org/officeDocument/2006/relationships/notesMaster" Target="/ppt/notesMasters/notesMaster1.xml" Id="R352e497322a348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5cde0c6ed4a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cbbd7ab1e84b5d" /><Relationship Type="http://schemas.openxmlformats.org/officeDocument/2006/relationships/slideLayout" Target="/ppt/slideLayouts/slideLayout1.xml" Id="Ra6ef89cf01a646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ef89cf01a646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635139b454991" /><Relationship Type="http://schemas.openxmlformats.org/officeDocument/2006/relationships/notesSlide" Target="/ppt/notesSlides/notesSlide1.xml" Id="R00ddd64bae9948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d7e11cdc64228" /><Relationship Type="http://schemas.openxmlformats.org/officeDocument/2006/relationships/notesSlide" Target="/ppt/notesSlides/notesSlide2.xml" Id="Ra08b275f09534d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ab827304c438d" /><Relationship Type="http://schemas.openxmlformats.org/officeDocument/2006/relationships/notesSlide" Target="/ppt/notesSlides/notesSlide3.xml" Id="R1715426222154e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d4ae249de483d" /><Relationship Type="http://schemas.openxmlformats.org/officeDocument/2006/relationships/notesSlide" Target="/ppt/notesSlides/notesSlide4.xml" Id="Rac6e6ff31390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367e165c04714" /><Relationship Type="http://schemas.openxmlformats.org/officeDocument/2006/relationships/notesSlide" Target="/ppt/notesSlides/notesSlide5.xml" Id="R0f842c3177b942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ca57f2d174403" /><Relationship Type="http://schemas.openxmlformats.org/officeDocument/2006/relationships/notesSlide" Target="/ppt/notesSlides/notesSlide6.xml" Id="R67bfe61098af48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f7f5edfeb49d0" /><Relationship Type="http://schemas.openxmlformats.org/officeDocument/2006/relationships/notesSlide" Target="/ppt/notesSlides/notesSlide7.xml" Id="R25ad9663269c41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096ccbcc24951" /><Relationship Type="http://schemas.openxmlformats.org/officeDocument/2006/relationships/notesSlide" Target="/ppt/notesSlides/notesSlide8.xml" Id="R2319fa4d56644a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8d3e2ba3646bc" /><Relationship Type="http://schemas.openxmlformats.org/officeDocument/2006/relationships/notesSlide" Target="/ppt/notesSlides/notesSlide9.xml" Id="R5af09fe8e53a4ac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D43B11-E771-4660-B477-B355D7DC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1E847-C996-41EA-9CFD-DC0AEF3A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50018-559D-49E6-854C-28EA05D5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D9181-7EAD-4A70-A34C-888E8EA8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38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E0B63-2F64-4F1F-9F9D-D9598C0D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SOFTWARE TESTING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4E50B-5056-409F-9F9A-BC05819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590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AI-Assisted 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3A550-C3B6-4A5D-9DE5-BF0FEF88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DateTimeChecker Demo · Topic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D64C7-A883-4E0B-97DB-F74B0940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This deck explains how AI helps generate test cases, execute approved tests, and draft reports while humans keep the approval authority.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C5A7D-9E80-486D-87A8-F166A351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71600"/>
            <a:ext cx="4000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783F5-7247-4DE7-B513-274E89D7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38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Group 4 Members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E35AB-37EE-44EE-9D81-80444591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66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A4C68-796C-404F-90BE-E0941B5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SE201020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A3901-E784-49D8-9C39-831599D0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Nguyễn Công Trường 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EFC20-4031-4651-84D1-0504FECC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90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F6B8A-3774-4137-A7AE-1C8C7997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SE201559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81D60-A289-47C9-976F-89BFCFF5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Đặng Tuấn Kiệt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36AE0-92C6-4CAA-B805-6ED9ED6B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4B6FD-F2A6-49B0-AEBF-A56199FF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SE201022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5DB77-1A6D-42C0-A713-B80F368A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Nguyễn Thạch Ngôn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605BD-7B6D-4F3B-B66E-616F56AE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38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0E365-9D23-4AD2-B61C-640BEC4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SE182554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AE55A-65B8-4C74-A3F0-E3E8CBF6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Phan Mạnh Khôi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0F5A5-F2C9-46BA-8538-21F48579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Presentation focus: AI does the heavy lifting; humans approve every quality gate.</a:t>
            </a:r>
          </a:p>
        </p:txBody>
      </p:sp>
    </p:spTree>
    <p:extLst>
      <p:ext uri="{BB962C8B-B14F-4D97-AF65-F5344CB8AC3E}">
        <p14:creationId xmlns:p14="http://schemas.microsoft.com/office/powerpoint/2010/main" val="17463198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1690C-810A-4759-ADBA-E772C4B8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05852-763E-4A6D-AB8A-C4AF42D1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98F8B-88F0-4EF4-B170-DE9E7E2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4DFC49-B691-41C1-9DC5-72A08D24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2974A5D-0268-4127-812F-DAA18400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APPROVAL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B0ECA-D655-4642-8164-09B27254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85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AI-assisted testing becomes trustworthy only when every AI action has a human checkpoint.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700A1-EA3A-4260-B325-4CD76944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This is the operating idea behind our Topic 7 demo: AI accelerates the workflow, but people still control the quality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93F68-6618-471E-A0CE-FF7B31D1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23622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AAA0A-102C-417C-8052-B338F9D0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0F3A7-885E-4AA5-B054-109DEAA6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creates test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C2F2A-CBB2-4362-9F44-CB09686C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24200"/>
            <a:ext cx="23622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2308D-F5A7-4C2F-BF24-BCBE67C3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528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B5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7B5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68143-3AA4-4039-9467-7D226620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290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Human approves the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D8E43-B77B-450A-9687-1CFF8A4A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23622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180E2-E93B-4B0F-93F9-2F624095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DE0DC-3D57-4839-9904-F093E722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290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executes approved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C48CF-DD7E-4C25-97B8-DD3B9951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24200"/>
            <a:ext cx="23622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E2AAE-87B4-4F50-9B86-51ABE97C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89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789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56E0A-5466-49C3-983F-D30EF216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829050"/>
            <a:ext cx="175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Human verifies and audits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17F39-32EE-4364-B550-AECBF78B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Key message: AI should not decide quality alone; AI should support speed while humans keep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38353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30404-A8FF-48A2-8D4E-C87619FB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F11D9-A510-4D71-A20E-70F9EE3D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9AB4B-5C3C-480B-AAE9-CB69B4FE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9F4068-9E01-46B4-8937-72494F85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D2468E-355A-42C0-9786-446F600C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ROLE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7845E-3DE4-467C-924B-CE4B8784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38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The cleanest collaboration model is simple: AI works, humans approve.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98AB2-35A1-4756-A6FC-A5BEF014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53192-2ABA-4619-888B-A3D8D032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AI handles the heavy lifting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6F460-51BD-4831-BC99-16768890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3810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Generate test cases from a natural-language requirement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Expand boundary, negative, and edge coverage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Execute approved cases through automation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Summarize results into a draft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30D07-BCDD-47D9-84C0-E8BF703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4292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17E28-73DE-4EAD-B361-98FB7A85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Humans own the quality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72FFC-5C1B-4B24-A4AF-92C52300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Review whether the generated cases are meaningful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Approve or reject execution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Observe whether pass/fail outcomes are correct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Audit whether the final report matches the real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BC0D0-2EE6-4501-86D4-E6407E13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Short version for the audience: AI does more of the work, but people remain the gatekeepers.</a:t>
            </a:r>
          </a:p>
        </p:txBody>
      </p:sp>
    </p:spTree>
    <p:extLst>
      <p:ext uri="{BB962C8B-B14F-4D97-AF65-F5344CB8AC3E}">
        <p14:creationId xmlns:p14="http://schemas.microsoft.com/office/powerpoint/2010/main" val="90400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E4825-8832-48E7-AD6F-15758E2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0734B-BB9E-4551-A76F-4182DFC2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7A2A5-678E-4BB4-B884-E0B5AE9B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97A3E94-C589-4990-8571-A3A6987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6C2A9A-6574-4BAD-A4D8-7EBCCE7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60910-9406-4DCD-B1AE-A78358B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858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AI can generate broad testcase coverage, but humans must approve whether those cases are meaningful.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A36C8-8C8F-4B41-8023-4483A53D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1435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AE3CF-19A4-4C72-9263-1625189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AI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0B25F-94F2-474F-A427-091ACA22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09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receives a prompt such as: “Create test cases for DateTimeChecker covering leap year, month boundaries, invalid format, and clear button behavior.”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A464-A5D4-4157-9F45-1017DCCD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Then AI proposes test cases, inputs, expected outcomes, and a short explanation for each case.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BE9D9-1E30-4C7F-A016-8DC0E01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Expected strength from AI: fast idea generation and broad coverage.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13A3D-3530-458B-A7B2-F4B5101C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435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FD6E5-18EF-4619-B09E-42B4EA4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80890-E7DB-4ABF-A9D3-3B046AB9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3905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Humans review whether: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 cases reflect the real business logic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 expected results are correct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there are duplicates, gaps, or irrelevant cases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execution should be approved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BE866-9FFD-4A63-B8C3-CDA88CE6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Only approved test cases move forward to execution.</a:t>
            </a:r>
          </a:p>
        </p:txBody>
      </p:sp>
    </p:spTree>
    <p:extLst>
      <p:ext uri="{BB962C8B-B14F-4D97-AF65-F5344CB8AC3E}">
        <p14:creationId xmlns:p14="http://schemas.microsoft.com/office/powerpoint/2010/main" val="14205336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DCA82-4AF5-4D73-8476-F802FB79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051DB-46E7-4AD3-9F97-49AE89D6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474FE-7B69-4E6F-BFF6-183BF27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3669245-E58F-42B8-ABE2-1FE4C471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7EE364-9BF9-4AAC-8935-E4C7DD66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E58B1-A485-42D5-852C-74098342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95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Approved cases can be executed by AI-driven automation, while humans watch for real pass/fail outcomes.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0905A-794B-4889-8BB0-06F174C0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1435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4CD64-C7ED-4903-A82F-CD9A1F39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AI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CADC1-6FDE-401C-9682-8667ABB9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After approval, AI can drive execution through an automation flow: run scripts, enter test data, check visible results, and collect logs.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602F5-683D-40FE-8643-768075A2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Safe wording for the presentation: AI performs the tests through prepared automation tools.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C2DC6-5779-4F56-BFC7-709308E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E5F07-C765-483C-B76F-9AA690E6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 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CB21C-45A6-471D-BA70-E55941CC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3924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Humans observe whether: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 right cases are actually being executed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 pass/fail results make sense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 failure is a real product issue or just a false fail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execution should continue or be paused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5BFFC-8BAB-4885-AC16-5799DB4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62500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This stage proves that non-coders can still play an essential quality-control role.</a:t>
            </a:r>
          </a:p>
        </p:txBody>
      </p:sp>
    </p:spTree>
    <p:extLst>
      <p:ext uri="{BB962C8B-B14F-4D97-AF65-F5344CB8AC3E}">
        <p14:creationId xmlns:p14="http://schemas.microsoft.com/office/powerpoint/2010/main" val="12307477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F931FF-4AD3-4DFE-9053-7AE56C26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2B909-8937-44B9-B00A-015F237E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F282A-94A8-4926-B25B-73A0D79F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C1F7513-CDAA-4C7D-A6AB-BF6E9C91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DC4D8A-9C99-4616-8F32-A426F71E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4E748-6793-4965-B1AF-8BB67BF7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667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AI can draft the test report quickly, but humans still validate whether the report is correct.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C3DA2-0C7E-455F-8B88-E1DAE558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D2208-2EA2-4B31-9DFD-FF7EA27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AI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64488-055F-453F-AEA5-9A60E4B9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3543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After execution, AI helps compile a report draft that summarizes: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which cases passed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which cases failed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which issues need attention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short notes for the audience or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B63C2-5B7B-4BE1-B6C8-D57CEA42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AI is strongest here at speed and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A6118-5961-45E5-BBF2-01F2C5C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619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EEA1-574D-437F-98A0-6490FD04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 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9BB7B-00F9-4A4F-A725-95A3ECF1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4191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Humans validate whether: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 pass/fail counts are accurate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 descriptions match the real outcomes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 AI summary is overconfident or missing context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the report is ready to share with the class or lecturer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FAA9B-39A0-46C5-8E48-6F1E9680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In other words, AI writes the draft, but humans approve the meaning.</a:t>
            </a:r>
          </a:p>
        </p:txBody>
      </p:sp>
    </p:spTree>
    <p:extLst>
      <p:ext uri="{BB962C8B-B14F-4D97-AF65-F5344CB8AC3E}">
        <p14:creationId xmlns:p14="http://schemas.microsoft.com/office/powerpoint/2010/main" val="9706893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5B268-EC91-4B3C-925F-8F54180C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44646-81E4-4C1A-B873-1FA90F7E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2B495-F227-437D-8D38-E386890C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24DCCA-0687-4E6F-9BE9-D5972F4F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EACA0BF-3AF1-4588-B5BC-7DD6D5AB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FULL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B46AE-275B-47EB-8AF9-7ADF2B4E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The complete loop is Generate → Approve → Execute → Verify → Report →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44597-8F6A-4AF5-887E-22BC7AAE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657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629E3-0364-4BA4-9A4F-5D5C60FF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B8EA8-D032-4237-8A08-FA4E735A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creates test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9D473-97D9-4C90-8A93-B32AD164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1BE33-4E31-4593-950B-9CD7EB19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24150"/>
            <a:ext cx="1657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C5969-50A8-4660-9C6F-3B1FEB35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A6DA4-CF03-41B5-A70C-25B6AB8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Humans approve the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CB71D-10B0-4F54-9D70-F4860EFA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6FD2F-EA16-4750-84D4-ADAA4B3B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657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801C6-EDC7-434C-B256-FF793939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B5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B5FF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C1E00-C70B-4EAC-8E4B-A675E619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runs approved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E16EF-DC0E-4DEA-9AF2-2D6CA5D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6EEC4-B9CD-4220-88A8-F21698DA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657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0A575A-D77C-44D9-9D3E-C41FC66C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89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789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81B67-1D4F-4EC9-8222-ABA57D2A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Humans check pass/fail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0E964-8E4E-4E19-81CE-40239943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044F8-9AC0-4D1D-97CE-5767F307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657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AD4FB9-5A11-4B95-BBD3-41D011FF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F9429-6FBD-4DD4-BD3D-8201B4A4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drafts the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05E1D9-01DE-4D5E-AF5A-ACBF1B16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EB4D8-DDFD-480C-91BD-D0B26974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24150"/>
            <a:ext cx="16573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C922D-52F4-489B-A0AD-DA71CB61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6B1CF-E0F1-4E42-B2FC-E6B91C3A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71850"/>
            <a:ext cx="1295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Humans validate the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3E68E-CEA9-4325-A659-2CC73642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This is the backbone slide: if we need a shorter explanation, we can present the entire topic through these six boxes.</a:t>
            </a:r>
          </a:p>
        </p:txBody>
      </p:sp>
    </p:spTree>
    <p:extLst>
      <p:ext uri="{BB962C8B-B14F-4D97-AF65-F5344CB8AC3E}">
        <p14:creationId xmlns:p14="http://schemas.microsoft.com/office/powerpoint/2010/main" val="20351657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291E58-E534-4C17-9644-B661DAAB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E41F8-DDF1-487F-BEFE-A9D0FDF9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1CE4F-2361-439D-9872-D8B5D7D3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E495F0-E386-4E22-A489-6B3BC9A1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B537AB-344C-488E-B70A-C62D55D6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4E9FE-106B-473E-9CE7-0553D3EF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The demo becomes clear when the presenter narrates each approval gate explicitly.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095EC-448D-4150-8942-8CED6FA8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953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0006F-8132-499D-8A30-88637E6A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Suggested presenter 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B45E1-952B-4DC2-B231-C435C71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388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1. “First, I ask AI to generate the test cases.”</a:t>
            </a:r>
          </a:p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2. “Then I review whether those cases are reasonable.”</a:t>
            </a:r>
          </a:p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3. “If they are acceptable, I allow AI to execute them.”</a:t>
            </a:r>
          </a:p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4. “While the tests run, I verify whether the pass/fail outcomes make sense.”</a:t>
            </a:r>
          </a:p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5. “Finally, AI drafts the test report, and I audit whether the report is correct.”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0072D-11AB-4588-A548-DDE1F267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Tip: keep repeating the verbs approve, verify, and audit to highlight the human role.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21A8F-B684-4963-9143-C639765D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42925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C2564-DA7B-43E8-8264-FD812AD2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Prompt and command ideas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E59FD-8C80-440C-B715-000EDB0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095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.\Topic 7 - AI-Assisted Testing\ai-assistant-chat.bat</a:t>
            </a:r>
          </a:p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or</a:t>
            </a:r>
          </a:p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.\Topic 7 - AI-Assisted Testing\ai-assistant-chat-offline-sample.bat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88B54-5142-43BE-83C4-5F97825A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Example prompt:</a:t>
            </a:r>
          </a:p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“Create test cases for DateTimeChecker and present clear expected results.”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D3CE7-08AE-46BA-9DD3-7F7475F7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4095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If needed, you can also say: “When tests break, AI can additionally suggest how to fix and rerun them.”</a:t>
            </a:r>
          </a:p>
        </p:txBody>
      </p:sp>
    </p:spTree>
    <p:extLst>
      <p:ext uri="{BB962C8B-B14F-4D97-AF65-F5344CB8AC3E}">
        <p14:creationId xmlns:p14="http://schemas.microsoft.com/office/powerpoint/2010/main" val="123710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A0D8D9-1AC4-4FAA-9DDE-4E407094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2913D-4CA8-4EE4-A17C-636E99EC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A128A-C03B-42E7-9BE5-E16CDE8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0FCE15E-9EE5-435E-AB9F-6BD5C443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35DF0D7-C2BC-4817-8BCF-EBC85F77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52775-3ECF-4CF3-9FCC-7D5C5ECB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Accountability remains with people even when AI accelerates the testing pipeline.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2BC67-F2A0-4720-8EF9-E4011C34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70104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DFC64-525B-4D36-A6EF-DADB3DFA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Closing message for the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FE8B0-2F14-4ECC-A40D-6F9EE3A6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AI helps us generate test cases faster</a:t>
            </a:r>
          </a:p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AI helps us execute approved cases</a:t>
            </a:r>
          </a:p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AI helps us prepare a structured report</a:t>
            </a:r>
          </a:p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But humans still review, approve, verify, and take the final responsibility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1A05D-C4C1-46EF-9014-56F8EFCA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4290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31507-1116-4525-B86A-F534CBB6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Final quote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A4320-0EAE-45AA-A7F8-EFA93ADC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2647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“AI makes testing faster.</a:t>
            </a:r>
          </a:p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People make testing trustworthy.</a:t>
            </a:r>
          </a:p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The combination of both creates reliable quality.”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0C84E-DD6B-4B13-ACD9-D1800CDC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67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B5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7B5FF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92976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2026-06-13T02:58:44.0680000Z</dcterms:created>
  <dcterms:modified xsi:type="dcterms:W3CDTF">2026-06-13T02:58:44.0680000Z</dcterms:modified>
</coreProperties>
</file>