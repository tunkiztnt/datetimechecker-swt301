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3f8daf322646b9" /><Relationship Type="http://schemas.openxmlformats.org/officeDocument/2006/relationships/extended-properties" Target="/docProps/app.xml" Id="Rff72d9777fa148a8" /><Relationship Type="http://schemas.openxmlformats.org/officeDocument/2006/relationships/officeDocument" Target="/ppt/presentation.xml" Id="Red5143ed732e43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490e0eca7c4d78"/>
  </p:sldMasterIdLst>
  <p:notesMasterIdLst>
    <p:notesMasterId xmlns:r="http://schemas.openxmlformats.org/officeDocument/2006/relationships" r:id="Re380093988474918"/>
  </p:notesMasterIdLst>
  <p:sldIdLst>
    <p:sldId xmlns:r="http://schemas.openxmlformats.org/officeDocument/2006/relationships" id="256" r:id="R61e5fbe0176643a8"/>
    <p:sldId xmlns:r="http://schemas.openxmlformats.org/officeDocument/2006/relationships" id="257" r:id="Rdb57a55ae97d46cf"/>
    <p:sldId xmlns:r="http://schemas.openxmlformats.org/officeDocument/2006/relationships" id="258" r:id="R439df4fa8ac04f66"/>
    <p:sldId xmlns:r="http://schemas.openxmlformats.org/officeDocument/2006/relationships" id="259" r:id="R1fd60069bcc5453d"/>
    <p:sldId xmlns:r="http://schemas.openxmlformats.org/officeDocument/2006/relationships" id="260" r:id="R16cfe0bc52ce4707"/>
    <p:sldId xmlns:r="http://schemas.openxmlformats.org/officeDocument/2006/relationships" id="261" r:id="Ra795505587074314"/>
    <p:sldId xmlns:r="http://schemas.openxmlformats.org/officeDocument/2006/relationships" id="262" r:id="Rea1073e1000c4dd6"/>
    <p:sldId xmlns:r="http://schemas.openxmlformats.org/officeDocument/2006/relationships" id="263" r:id="Re5b2d993ed284a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2cac29b1854492" /><Relationship Type="http://schemas.openxmlformats.org/officeDocument/2006/relationships/slideMaster" Target="/ppt/slideMasters/slideMaster1.xml" Id="R3b490e0eca7c4d78" /><Relationship Type="http://schemas.openxmlformats.org/officeDocument/2006/relationships/notesMaster" Target="/ppt/notesMasters/notesMaster1.xml" Id="Re380093988474918" /><Relationship Type="http://schemas.openxmlformats.org/officeDocument/2006/relationships/presProps" Target="/ppt/presProps.xml" Id="Rfe6091f694754b9b" /><Relationship Type="http://schemas.openxmlformats.org/officeDocument/2006/relationships/viewProps" Target="/ppt/viewProps.xml" Id="Rb78be901a00f467d" /><Relationship Type="http://schemas.openxmlformats.org/officeDocument/2006/relationships/tableStyles" Target="/ppt/tableStyles.xml" Id="R781e6955354a4362" /><Relationship Type="http://schemas.openxmlformats.org/officeDocument/2006/relationships/slide" Target="/ppt/slides/slide1.xml" Id="R61e5fbe0176643a8" /><Relationship Type="http://schemas.openxmlformats.org/officeDocument/2006/relationships/slide" Target="/ppt/slides/slide2.xml" Id="Rdb57a55ae97d46cf" /><Relationship Type="http://schemas.openxmlformats.org/officeDocument/2006/relationships/slide" Target="/ppt/slides/slide3.xml" Id="R439df4fa8ac04f66" /><Relationship Type="http://schemas.openxmlformats.org/officeDocument/2006/relationships/slide" Target="/ppt/slides/slide4.xml" Id="R1fd60069bcc5453d" /><Relationship Type="http://schemas.openxmlformats.org/officeDocument/2006/relationships/slide" Target="/ppt/slides/slide5.xml" Id="R16cfe0bc52ce4707" /><Relationship Type="http://schemas.openxmlformats.org/officeDocument/2006/relationships/slide" Target="/ppt/slides/slide6.xml" Id="Ra795505587074314" /><Relationship Type="http://schemas.openxmlformats.org/officeDocument/2006/relationships/slide" Target="/ppt/slides/slide7.xml" Id="Rea1073e1000c4dd6" /><Relationship Type="http://schemas.openxmlformats.org/officeDocument/2006/relationships/slide" Target="/ppt/slides/slide8.xml" Id="Re5b2d993ed284a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8f6ac9e9d946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6adcad9fb64db2" /><Relationship Type="http://schemas.openxmlformats.org/officeDocument/2006/relationships/notesMaster" Target="/ppt/notesMasters/notesMaster1.xml" Id="R0fda28e17c6b41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18dcbe22cd4da6" /><Relationship Type="http://schemas.openxmlformats.org/officeDocument/2006/relationships/notesMaster" Target="/ppt/notesMasters/notesMaster1.xml" Id="R95d41d143f4041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4799317f41483b" /><Relationship Type="http://schemas.openxmlformats.org/officeDocument/2006/relationships/notesMaster" Target="/ppt/notesMasters/notesMaster1.xml" Id="Ra9f21c20588b49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c83ee9914149b6" /><Relationship Type="http://schemas.openxmlformats.org/officeDocument/2006/relationships/notesMaster" Target="/ppt/notesMasters/notesMaster1.xml" Id="R073f76d7152c41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b35fdc282e4305" /><Relationship Type="http://schemas.openxmlformats.org/officeDocument/2006/relationships/notesMaster" Target="/ppt/notesMasters/notesMaster1.xml" Id="R58d075df5c9243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8d288bcd9d47aa" /><Relationship Type="http://schemas.openxmlformats.org/officeDocument/2006/relationships/notesMaster" Target="/ppt/notesMasters/notesMaster1.xml" Id="Re8517e9664174e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41e78ac0c64bef" /><Relationship Type="http://schemas.openxmlformats.org/officeDocument/2006/relationships/notesMaster" Target="/ppt/notesMasters/notesMaster1.xml" Id="R0706ee18109648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755ca3dcfb4fbb" /><Relationship Type="http://schemas.openxmlformats.org/officeDocument/2006/relationships/notesMaster" Target="/ppt/notesMasters/notesMaster1.xml" Id="R1f7a662b2c5f47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7998488f946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05f470b8a74791" /><Relationship Type="http://schemas.openxmlformats.org/officeDocument/2006/relationships/slideLayout" Target="/ppt/slideLayouts/slideLayout1.xml" Id="R56af5eaf209c41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af5eaf209c41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2b5dc1fb64735" /><Relationship Type="http://schemas.openxmlformats.org/officeDocument/2006/relationships/notesSlide" Target="/ppt/notesSlides/notesSlide1.xml" Id="R93295c28281349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ab870d08d4830" /><Relationship Type="http://schemas.openxmlformats.org/officeDocument/2006/relationships/notesSlide" Target="/ppt/notesSlides/notesSlide2.xml" Id="Rdd18369310ca44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44163488b4ece" /><Relationship Type="http://schemas.openxmlformats.org/officeDocument/2006/relationships/notesSlide" Target="/ppt/notesSlides/notesSlide3.xml" Id="R00444d124ae14e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1caac54124d8d" /><Relationship Type="http://schemas.openxmlformats.org/officeDocument/2006/relationships/notesSlide" Target="/ppt/notesSlides/notesSlide4.xml" Id="R9a0bc273b65e4f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ad3b3e2e24529" /><Relationship Type="http://schemas.openxmlformats.org/officeDocument/2006/relationships/notesSlide" Target="/ppt/notesSlides/notesSlide5.xml" Id="Ra9875f8c72f946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4fb34db114c7a" /><Relationship Type="http://schemas.openxmlformats.org/officeDocument/2006/relationships/notesSlide" Target="/ppt/notesSlides/notesSlide6.xml" Id="R0285d5e706184f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cbb2e19cc4d49" /><Relationship Type="http://schemas.openxmlformats.org/officeDocument/2006/relationships/notesSlide" Target="/ppt/notesSlides/notesSlide7.xml" Id="Rb3b75067ffba4a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2e64f54de4438" /><Relationship Type="http://schemas.openxmlformats.org/officeDocument/2006/relationships/notesSlide" Target="/ppt/notesSlides/notesSlide8.xml" Id="R32ef1354121441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77599-E1EF-4DFF-BA51-42336834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E36AB-4462-4A5A-8A5A-DAFEFC92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TOPIC 7 · DateTimeChecker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99338-AE4F-4B3B-84DF-A7C2A73A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C247C8-9119-4CA4-B63C-31339F18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6E95BE-2EA4-4C57-AEED-2910512E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AI-ASSISTED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3E2B4-8D15-4E99-9C96-8C006CAE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6858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AI-assisted testing works best as a team sport, not a shortcut.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E41A5-7F56-4047-A1E5-66E45214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638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Topic 7 được demo lại như một chủ đề lớn: con người đặt mục tiêu chất lượng, AI tăng tốc suy nghĩ và công cụ automation thực thi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83484-3167-4ED3-B8FF-F38601F8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3619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DE95F-B44E-49DC-9D5D-C5880623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594E4-1C69-422D-882D-BF6A9B6A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Human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9E424-1286-4E9E-B721-F6DADC0C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Xác định nghiệp vụ</a:t>
            </a:r>
          </a:p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Chọn expected result</a:t>
            </a:r>
          </a:p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Chốt rủi ro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7CD0C-F660-47E1-A3B5-A31FCFF8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3619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1B35C-5515-418C-B4F5-0B9D5B74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B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7703D-F6E8-444A-9896-EBD07E95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2F2AB-D1B1-4D3A-B730-C7541BED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Sinh test case</a:t>
            </a:r>
          </a:p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Gợi ý test data</a:t>
            </a:r>
          </a:p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Phân tích log &amp; self-heal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23201-C20C-4319-AF85-1E609EB0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619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3FE4D-13BC-42FB-AA6E-DC652EF4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434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0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9DC21-E306-4A18-88B4-B42B1B1C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0FC80-8314-4162-A34A-C6C9ACFF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Chạy script thật</a:t>
            </a:r>
          </a:p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Lưu artifact</a:t>
            </a:r>
          </a:p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Báo pass / fail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F854B-6677-4A3C-8A0C-F9D1F56F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Thông điệp chính: AI không thay tester; AI giúp tester làm nhanh hơn, rộng hơn và giải thích tốt hơn.</a:t>
            </a:r>
          </a:p>
        </p:txBody>
      </p:sp>
    </p:spTree>
    <p:extLst>
      <p:ext uri="{BB962C8B-B14F-4D97-AF65-F5344CB8AC3E}">
        <p14:creationId xmlns:p14="http://schemas.microsoft.com/office/powerpoint/2010/main" val="6133884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D2F702-D696-4EAA-9442-C5D04EF8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3503B-484E-4B70-967C-50A47A07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TOPIC 7 · DateTimeChecker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B1A69-5014-455A-9718-F6E11CDC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8434EF-9DBE-47F5-9CE7-967E336B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A86D1A-64D9-40CF-9624-1B1EFE3A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A294C-2EEA-4A28-BCA3-154E7AB8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001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Manual-only testing is slow at discovery and expensive at maintenance.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44F6A-4F29-4A68-821A-5C48A3F4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2B850-401C-485D-A072-5F9393F8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Khi chỉ test thủ công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86838-9738-4D95-87B9-0A9BC9BE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4000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• Mất thời gian nghĩ boundary case</a:t>
            </a:r>
          </a:p>
          <a:p xmlns:a="http://schemas.openxmlformats.org/drawingml/2006/main">
            <a:pPr algn="l">
              <a:defRPr sz="15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• Dễ sót case âm, leap year, sai định dạng</a:t>
            </a:r>
          </a:p>
          <a:p xmlns:a="http://schemas.openxmlformats.org/drawingml/2006/main">
            <a:pPr algn="l">
              <a:defRPr sz="15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• Khó bảo trì khi UI / locator thay đổi</a:t>
            </a:r>
          </a:p>
          <a:p xmlns:a="http://schemas.openxmlformats.org/drawingml/2006/main">
            <a:pPr algn="l">
              <a:defRPr sz="15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• Người test phải tự đọc log và lần mò nguyên nhân 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50957-A1A4-4A6B-AD0C-F5E6D6CC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5429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2BB01-8F83-4A26-9803-F1B873E7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Khi thêm AI hỗ trợ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4D1C7-1156-4431-9BDB-FAF9C480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27F47-C54F-41C9-BC32-C7B01364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Sinh nhanh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F22F8-61BD-44F1-8958-5037257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AI gợi ý testcase, dữ liệu biên và negative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7BF27-FEDD-403B-AD4E-A64A8840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6EA94-4ECC-4A5D-B130-5A16CAB9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52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Giải thích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6D6F7-D7D7-4F18-ACB7-BF24841C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AI mô tả vì sao cần test leap year, month boundary, format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6FB0F-D547-4ADA-9DEE-04C97637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8FF2A-1982-4CC4-A098-987D8EF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Phân tích fail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0BB16-3FB5-4D46-94BA-EA9A25E5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195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AI đọc log, screenshot, locator fail để đề xuất hướng sửa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B0E7B-5A49-4A26-9293-02EF42E7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2ABCD1-82E4-4F9C-82B9-DA74297C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86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Self-healing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759F8F-1C09-4058-96B7-2CB05882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863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AI gợi ý locator bền hơn và giúp chạy lại regression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90655-8D73-4D62-8F26-1EA76823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Lợi ích thật sự không nằm ở “AI chạy thay người”, mà ở chỗ AI giảm thời gian tư duy lặp lại.</a:t>
            </a:r>
          </a:p>
        </p:txBody>
      </p:sp>
    </p:spTree>
    <p:extLst>
      <p:ext uri="{BB962C8B-B14F-4D97-AF65-F5344CB8AC3E}">
        <p14:creationId xmlns:p14="http://schemas.microsoft.com/office/powerpoint/2010/main" val="10600982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8595A2-BD42-493C-9720-6FD4F4D9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D4C67-D30E-4C4D-BDDC-E2AC4635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TOPIC 7 · DateTimeChecker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09187-C65E-4F40-BD14-8DA1E992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D64649-7CF8-48DB-B6E1-06DFAB1A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256C5D-601C-441E-982F-5D1F56F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RESPONSIBILITY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8FC9C-7707-499B-9CF2-026DEC5F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38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Human, AI, and automation tools own different parts of quality.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E9376-174E-4013-9893-5D1D89F1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0858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14C61-1C58-44EE-A6EE-F8941408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C989A-34A3-4CBF-B2C2-9FED4CC7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FB0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FB0FF"/>
                </a:solidFill>
                <a:latin typeface="Aptos"/>
                <a:ea typeface="Aptos"/>
                <a:cs typeface="Aptos"/>
              </a:rPr>
              <a:t>Human does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CCB6E-8168-4DA0-A431-A4DFFAB7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1D0A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1D0A5"/>
                </a:solidFill>
                <a:latin typeface="Aptos"/>
                <a:ea typeface="Aptos"/>
                <a:cs typeface="Aptos"/>
              </a:rPr>
              <a:t>AI does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981BC-7002-4541-82BE-487F3DD4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F9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6F91"/>
                </a:solidFill>
                <a:latin typeface="Aptos"/>
                <a:ea typeface="Aptos"/>
                <a:cs typeface="Aptos"/>
              </a:rPr>
              <a:t>Tool does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7197E-011F-4276-B8F9-3F30428F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66900"/>
            <a:ext cx="0" cy="3390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49AE7-D10D-4DF1-A5A0-F45A3CDC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0" cy="3390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EBD35-613C-4EA5-BD88-45EE31BE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66900"/>
            <a:ext cx="0" cy="3390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31B3F-5509-4FE3-81C9-45F78F81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0515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2A35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39941-85E4-48FE-A54F-98157ABC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0515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2A35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11A25-238E-41E2-B0ED-A76DDB9E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0515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2A35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560DF-FC59-42D6-80AA-2B9A9179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515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2A35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021CC-1CB1-4411-AFB4-75439CBB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515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2A35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45B8B-620A-4B8E-96CB-B802CE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Requirement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53C77-5093-44E3-B3BF-819D6504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5745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Hiểu nghiệp vụ và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E5856-091A-4D79-AB34-A9BF7D2C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Tóm tắt yêu cầu, gợi ý vùng cần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8626C-1041-40A1-A11E-CF7990AF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8566F-20B9-491B-A220-F64A918C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Test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893F6-04BA-440B-83D6-C561997B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861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Review expected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CA164-B991-4B7A-86CE-4241E622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Sinh testcase, boundary, negative case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7C01E-777D-4969-834A-82F1052B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80A70-D628-423E-97D2-FCB30E15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4239CF-5FC5-4A14-B399-75CE167D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1475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Chọn framework, review code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71C6D3-7AE5-4916-B8C1-6C78BE59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Draft script, locator, test 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C98E88-3053-42E0-B04E-08AAA88D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Chạy Playwright / Flutter / API 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33B3C6-1C5F-4DDD-A84D-C371B336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Failure triage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385002-0714-4899-9142-8E238389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Xác nhận lỗi thật hay false fail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DE4F56-482F-402A-A1E8-FFA85E00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Giải thích log, đề xuất self-heal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FA5B51-F121-4975-9648-7686BF81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Thu artifact, log, screenshot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DB9679-F8DD-4456-A68C-09CF4DA1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Release 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10AB08-F5D7-4BE6-92BF-4E669647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7205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Quyết định pass / block / defer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2A98F5-D060-4D39-B4F2-3796AE0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7205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Tóm tắt impact và risk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4B6E15-9EE6-47BE-8C8C-99EFDE91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7205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Báo cáo kết quả thực thi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B435FC-6FC4-40F8-83DC-3F1A1331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Điểm để nhấn mạnh khi demo: AI sinh ra “đề xuất”, còn con người sở hữu “quyết định chất lượng”.</a:t>
            </a:r>
          </a:p>
        </p:txBody>
      </p:sp>
    </p:spTree>
    <p:extLst>
      <p:ext uri="{BB962C8B-B14F-4D97-AF65-F5344CB8AC3E}">
        <p14:creationId xmlns:p14="http://schemas.microsoft.com/office/powerpoint/2010/main" val="2993477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8366B2-F40E-48D7-AC2E-573EA6B8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A1A9F-848B-46CD-9158-4C79AA9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TOPIC 7 · DateTimeChecker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79A38-DB23-44FB-9376-1F6EFA0B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46648A-AD52-42F0-8435-3354D252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828069-CA9D-4582-9084-F4773131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626B2-3048-48F4-AFA6-CB62B097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781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The strongest flow is Human → AI → Tool → Human.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D037F-F4AE-4ED7-AA7F-872F6D49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00200" cy="20764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F9EF6-22FB-4FE7-9E7C-6E125529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1. Human frames 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C364C-6501-421F-884C-6B249F52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Mô tả feature, risk, expected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144A0-9C49-48D6-A3D8-91AF4066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4E0F6-EEF7-41DE-A662-F32E5E49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1600200" cy="20764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0F073-F589-4353-95B2-D6010B30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09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2. AI expands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98D47-C316-43BA-ADA2-866EE252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1945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Sinh test case, edge case, test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4C3B3-051C-4E60-AA24-118CDE51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29B88-6338-4668-BD58-766E3B9F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1600200" cy="20764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A086B-CE28-4F3A-86EB-4E8BEB02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3. Human reviews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2A3C2-478C-42F3-A70F-29D58935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Giữ case đúng nghiệp vụ, bỏ case không phù hợp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1583D-9B93-4CC1-B3C3-A1EEF68E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194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630EA-DFF6-4FEB-8F49-5771385F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1600200" cy="20764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E8716-7A69-4FDA-A945-EB003D5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4. AI drafts 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2ECB1-D071-4013-AF81-E5B50796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Gợi ý Playwright / Flutter / API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F4D78-4686-4249-961B-222D5055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B514A-C9D4-442C-A80A-7BF5737F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1600200" cy="20764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A1C36-D318-4B6F-9766-F98BB0B7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5. Tool runs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998FB-94AB-4C9E-8C8C-C7FDC29A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Framework chạy test và thu log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92A5E-831C-439A-AF38-C4BA1AF7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194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6DC83-229E-499B-9519-120AC011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600200" cy="20764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420B0-0441-4BF7-A1E3-9AE2A9BC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09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6. Human closes loop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011EE-0103-4F10-903C-B2D44E32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1945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Đọc kết quả, chốt bug, chốt chất lượng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B583EE-CFE6-4397-96C6-0F683905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Đây là luồng demo an toàn nhất: AI tham gia nhiều, nhưng người thuyết trình luôn chỉ rõ ai chịu trách nhiệm ở từng bước.</a:t>
            </a:r>
          </a:p>
        </p:txBody>
      </p:sp>
    </p:spTree>
    <p:extLst>
      <p:ext uri="{BB962C8B-B14F-4D97-AF65-F5344CB8AC3E}">
        <p14:creationId xmlns:p14="http://schemas.microsoft.com/office/powerpoint/2010/main" val="17153345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024AF0-8D81-4C5F-ABEA-3549AF24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53146-2F5C-482A-B1CD-620D7A61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TOPIC 7 · DateTimeChecker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48407-43B2-458A-8E7E-425597E5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28A010-16CE-4AEB-80B1-ABEF7A3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336B95C-D82A-4FAB-9275-903D985E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DEMO 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AA080-3C0E-4D50-B5BE-2A17B983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001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DateTimeChecker proves the model on one compact, explainable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FA1E2-D9DA-482A-A1AD-38262B5E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4953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97205-8251-4F97-AE40-22FF7607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Phần bạn nói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46961-BBE0-419F-BA2A-BAD1C3FC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4095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1. “Em nhập yêu cầu cho AI để sinh test case.”</a:t>
            </a:r>
          </a:p>
          <a:p xmlns:a="http://schemas.openxmlformats.org/drawingml/2006/main">
            <a:pPr algn="l">
              <a:defRPr sz="13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2. “Em review lại expected result vì AI không hiểu nghiệp vụ bằng tester.”</a:t>
            </a:r>
          </a:p>
          <a:p xmlns:a="http://schemas.openxmlformats.org/drawingml/2006/main">
            <a:pPr algn="l">
              <a:defRPr sz="13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3. “Em dùng script chat hoặc offline sample để minh họa.”</a:t>
            </a:r>
          </a:p>
          <a:p xmlns:a="http://schemas.openxmlformats.org/drawingml/2006/main">
            <a:pPr algn="l">
              <a:defRPr sz="13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4. “Em gọi /demo-self-heal để cho thấy AI hỗ trợ sửa locator.”</a:t>
            </a:r>
          </a:p>
          <a:p xmlns:a="http://schemas.openxmlformats.org/drawingml/2006/main">
            <a:pPr algn="l">
              <a:defRPr sz="13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5. “Cuối cùng, em vẫn là người kết luận pass / fail.”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E9BDA-AC3B-4A82-B33C-764AD30F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Prompt mẫu:</a:t>
            </a:r>
          </a:p>
          <a:p xmlns:a="http://schemas.openxmlformats.org/drawingml/2006/main">
            <a:pPr algn="l">
              <a:defRPr sz="12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“Hãy tạo testcase cho DateTimeChecker với leap year, month boundary, invalid format và clear button.”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C9E0F-8DF8-4C66-B554-8E8B0415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524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1D68F-454F-495D-9307-AC959468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Lệnh / flow minh họa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2B7C0-8023-423E-993C-C61BA2AE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0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B5D83-6750-4967-A035-27ECC145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.\Topic 7 - AI-Assisted Testing\ai-assistant-chat.bat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E529A-CBEB-4CF4-AEF7-645D04ED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D0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BA06D-F758-47AF-ACA4-3B0A0075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.\Topic 7 - AI-Assisted Testing\ai-assistant-chat-offline-sample.bat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0AEDB-46CF-4B22-B860-EF7A2370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B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F69B0-F567-4110-B388-7E6D97DB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95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/demo-self-heal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A2FE3-DB4D-4DEE-B28A-41F02F09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B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876E7-20AE-403A-98AD-6E68EC3E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3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Giải thích các bước [AI] [DETECTOR] [AI HEAL] [RESULT]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DA2C9-1A4E-46B9-A647-A6D2719F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816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Nếu giảng viên hỏi “AI có tự test không?” thì trả lời: AI hỗ trợ sinh và phân tích; framework mới là thứ thực thi test thật.</a:t>
            </a:r>
          </a:p>
        </p:txBody>
      </p:sp>
    </p:spTree>
    <p:extLst>
      <p:ext uri="{BB962C8B-B14F-4D97-AF65-F5344CB8AC3E}">
        <p14:creationId xmlns:p14="http://schemas.microsoft.com/office/powerpoint/2010/main" val="20862794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11B089-50B7-4E8B-87E1-A0796708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182E3-7038-4343-A78B-7928B5AE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TOPIC 7 · DateTimeChecker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FB1D6-6825-417E-AFD7-19447F3E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2B4EBD-68D4-4B13-B372-972790AB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74237F-80D7-4CA6-B6CB-EC4E696C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AI CONTRIBUTION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CAA7D-796E-4D37-B4E3-A5DD52EC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191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AI is strongest at speed, coverage suggestions, and failure triage.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0FA93-0E19-4549-9AA4-1CF06A7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5048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4CEAF-0436-420F-AE16-A9493807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AE308-082B-4A71-82B6-40CCDA50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Sinh nhanh test case, boundary, negative case, test data từ mô tả tự nhiên.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2F3CA-8F14-448C-B626-B7B256E0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5048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06B83-E5B6-4966-A1BA-324F2381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5646F-E567-4508-9467-35DCEBBB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Giải thích vì sao phải test leap year, end-of-month, invalid format.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BDC8B-60D2-45C4-9621-A98373DA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5048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5B2D2-2007-413E-BAA1-7657FCF0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B0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FB0FF"/>
                </a:solidFill>
                <a:latin typeface="Aptos"/>
                <a:ea typeface="Aptos"/>
                <a:cs typeface="Aptos"/>
              </a:rPr>
              <a:t>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E8D2E-BDA4-4FC2-BC2C-37D17E41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Viết nháp test script, locator và mô tả regression 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87352-06FE-4656-AA41-97B661D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5048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3799A-2924-46BE-9BE4-EA996C01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B0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FB0FF"/>
                </a:solidFill>
                <a:latin typeface="Aptos"/>
                <a:ea typeface="Aptos"/>
                <a:cs typeface="Aptos"/>
              </a:rPr>
              <a:t>Triage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CDFD5-1D99-435D-A52E-E9F03FCF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Đọc log, screenshot, locator fail và gợi ý self-healing.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EF1C3-2E86-4F8F-81C1-52DE36CA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Khi demo, hãy cho AI làm những việc này để khán giả thấy tốc độ và độ rộng — đó là phần AI tỏa sáng nhất.</a:t>
            </a:r>
          </a:p>
        </p:txBody>
      </p:sp>
    </p:spTree>
    <p:extLst>
      <p:ext uri="{BB962C8B-B14F-4D97-AF65-F5344CB8AC3E}">
        <p14:creationId xmlns:p14="http://schemas.microsoft.com/office/powerpoint/2010/main" val="10530460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AAD1F0-21F5-4BC3-829F-DF96073A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B0F82-2BE5-47A3-9A1C-C42AB200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TOPIC 7 · DateTimeChecker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A4E4D-CEC3-411B-8F47-C9B711FF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DE0C0C-5640-49D9-8F24-0E1B28BA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A19C9B-6A17-43E8-8331-5A8F56E2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HUMAN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24C2F-B119-4856-A182-F8969322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38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Human testers remain accountable for intent, oracle, and release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868F0-F442-4213-9A7C-4DEDAA84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2381250" cy="2438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1A87D-6001-4450-8BAD-86F9D795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60256-121A-4063-A9CC-A9F6C925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Business 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A6DA3-934C-45F2-A38C-B2C99E4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885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Hiểu đúng chức năng nào quan trọng với người dùng và nghiệp vụ.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30D05-33E8-40EB-B6D7-58A33BDB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19350"/>
            <a:ext cx="2381250" cy="2438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D3F33-E507-4A78-94D3-7F1087B7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44D1B-1C2C-47D3-BDA9-DF944A65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Expected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D8C4A-D7F6-48A3-86FD-33EACA79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1885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Quyết định kết quả mong đợi nào là đúng; AI chỉ có thể gợi ý.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BCF4C-0D97-4373-8FAA-CA8DC1A3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2381250" cy="2438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F86D9-82F3-46F1-AFB4-225E6F39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54DED-1871-4081-9F06-72D6C116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Risk judgement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32C65-7A62-4E2C-B495-7EAEB4E8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1885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Ưu tiên test gì trước khi thời gian gấp hoặc release gần.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9CDF6-F36E-4F16-8D10-A1C7DD96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19350"/>
            <a:ext cx="2381250" cy="2438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4A710-FB68-4739-99A3-5F9B5DD6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5A2D4-D576-4F97-B644-FB3D3726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908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Trust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DE831-FB62-4245-A987-E1B91D8D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24200"/>
            <a:ext cx="1885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Kết luận bug thật, false fail hay acceptable risk trước khi bàn giao.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D6EA62-B6ED-4809-BFAA-2756FFB2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Nếu thiếu người review, AI có thể sinh ra test “nghe hợp lý” nhưng không phản ánh đúng chất lượng cần bảo vệ.</a:t>
            </a:r>
          </a:p>
        </p:txBody>
      </p:sp>
    </p:spTree>
    <p:extLst>
      <p:ext uri="{BB962C8B-B14F-4D97-AF65-F5344CB8AC3E}">
        <p14:creationId xmlns:p14="http://schemas.microsoft.com/office/powerpoint/2010/main" val="944702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D5C10-4BC7-4BAB-855A-E831A63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8CA33-26F2-4205-83B3-8C080187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TOPIC 7 · DateTimeChecker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21FA4-641A-4285-8D52-3A7F3AA6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975F5A-9E1F-47A3-A691-78B06AD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51AED4C-1A73-45DA-A9F0-3D5AC21A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0BFB0-0A4D-40B5-ABC5-86ED402D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1E8"/>
                </a:solidFill>
                <a:latin typeface="Aptos Display"/>
                <a:ea typeface="Aptos Display"/>
                <a:cs typeface="Aptos Display"/>
              </a:rPr>
              <a:t>The right conclusion is “AI scales tester judgment,” not “AI replaces tester.”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A688F-4EDD-4162-8C99-F8A293F0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6858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8213A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786A1-8019-4F2E-8C65-C8C9F62E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Kết luận để nói khi thuyết trình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0D072-FC83-4CF4-9D33-6BEDBACC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• AI giúp nhóm em sinh test case nhanh hơn</a:t>
            </a:r>
          </a:p>
          <a:p xmlns:a="http://schemas.openxmlformats.org/drawingml/2006/main">
            <a:pPr algn="l">
              <a:defRPr sz="15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• AI giúp giải thích vì sao phải test các case khó</a:t>
            </a:r>
          </a:p>
          <a:p xmlns:a="http://schemas.openxmlformats.org/drawingml/2006/main">
            <a:pPr algn="l">
              <a:defRPr sz="15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• AI hỗ trợ phân tích lỗi và self-healing locator</a:t>
            </a:r>
          </a:p>
          <a:p xmlns:a="http://schemas.openxmlformats.org/drawingml/2006/main">
            <a:pPr algn="l">
              <a:defRPr sz="1575" b="0">
                <a:solidFill>
                  <a:srgbClr val="A9B5C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5CF"/>
                </a:solidFill>
                <a:latin typeface="Aptos"/>
                <a:ea typeface="Aptos"/>
                <a:cs typeface="Aptos"/>
              </a:rPr>
              <a:t>• Nhưng con người vẫn quyết định expected result và release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3C383-3D52-4743-9995-31313EC4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3429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11172B"/>
          </a:solidFill>
          <a:ln xmlns:a="http://schemas.openxmlformats.org/drawingml/2006/main" w="11430">
            <a:solidFill>
              <a:srgbClr val="2A35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F08EF-F417-4349-AEFD-51A5449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Chốt 1 câu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B27B4-7DBC-461D-9058-343DAD94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66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1E8"/>
                </a:solidFill>
                <a:latin typeface="Aptos"/>
                <a:ea typeface="Aptos"/>
                <a:cs typeface="Aptos"/>
              </a:rPr>
              <a:t>“Topic 7 của nhóm em chứng minh rằng AI không thay thế tester; AI làm tester mạnh hơn ở tốc độ, độ phủ và khả năng giải thích.”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FC951-074D-4835-B17E-28E9E380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FB0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FB0FF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46292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2026-06-13T02:43:42.3040000Z</dcterms:created>
  <dcterms:modified xsi:type="dcterms:W3CDTF">2026-06-13T02:43:42.3040000Z</dcterms:modified>
</coreProperties>
</file>